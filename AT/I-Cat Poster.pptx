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43891200" cy="32918400"/>
  <p:notesSz cx="6858000" cy="9144000"/>
  <p:embeddedFontLst>
    <p:embeddedFont>
      <p:font typeface="Cambria Math" panose="02040503050406030204" pitchFamily="18" charset="0"/>
      <p:regular r:id="rId3"/>
    </p:embeddedFont>
    <p:embeddedFont>
      <p:font typeface="Open Sans" panose="020B0606030504020204" pitchFamily="34" charset="0"/>
      <p:regular r:id="rId4"/>
      <p:bold r:id="rId5"/>
      <p:italic r:id="rId6"/>
      <p:boldItalic r:id="rId7"/>
    </p:embeddedFont>
  </p:embeddedFontLst>
  <p:custDataLst>
    <p:tags r:id="rId8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3000" kern="1200">
        <a:solidFill>
          <a:schemeClr val="tx1"/>
        </a:solidFill>
        <a:latin typeface="Arial"/>
        <a:ea typeface="+mn-ea"/>
        <a:cs typeface="+mn-cs"/>
      </a:defRPr>
    </a:lvl1pPr>
    <a:lvl2pPr marL="457145" algn="l" rtl="0" fontAlgn="base">
      <a:spcBef>
        <a:spcPct val="0"/>
      </a:spcBef>
      <a:spcAft>
        <a:spcPct val="0"/>
      </a:spcAft>
      <a:defRPr sz="3000" kern="1200">
        <a:solidFill>
          <a:schemeClr val="tx1"/>
        </a:solidFill>
        <a:latin typeface="Arial"/>
        <a:ea typeface="+mn-ea"/>
        <a:cs typeface="+mn-cs"/>
      </a:defRPr>
    </a:lvl2pPr>
    <a:lvl3pPr marL="914290" algn="l" rtl="0" fontAlgn="base">
      <a:spcBef>
        <a:spcPct val="0"/>
      </a:spcBef>
      <a:spcAft>
        <a:spcPct val="0"/>
      </a:spcAft>
      <a:defRPr sz="3000" kern="1200">
        <a:solidFill>
          <a:schemeClr val="tx1"/>
        </a:solidFill>
        <a:latin typeface="Arial"/>
        <a:ea typeface="+mn-ea"/>
        <a:cs typeface="+mn-cs"/>
      </a:defRPr>
    </a:lvl3pPr>
    <a:lvl4pPr marL="1371436" algn="l" rtl="0" fontAlgn="base">
      <a:spcBef>
        <a:spcPct val="0"/>
      </a:spcBef>
      <a:spcAft>
        <a:spcPct val="0"/>
      </a:spcAft>
      <a:defRPr sz="3000" kern="1200">
        <a:solidFill>
          <a:schemeClr val="tx1"/>
        </a:solidFill>
        <a:latin typeface="Arial"/>
        <a:ea typeface="+mn-ea"/>
        <a:cs typeface="+mn-cs"/>
      </a:defRPr>
    </a:lvl4pPr>
    <a:lvl5pPr marL="1828581" algn="l" rtl="0" fontAlgn="base">
      <a:spcBef>
        <a:spcPct val="0"/>
      </a:spcBef>
      <a:spcAft>
        <a:spcPct val="0"/>
      </a:spcAft>
      <a:defRPr sz="3000" kern="1200">
        <a:solidFill>
          <a:schemeClr val="tx1"/>
        </a:solidFill>
        <a:latin typeface="Arial"/>
        <a:ea typeface="+mn-ea"/>
        <a:cs typeface="+mn-cs"/>
      </a:defRPr>
    </a:lvl5pPr>
    <a:lvl6pPr marL="2285725" algn="l" defTabSz="914290" rtl="0" eaLnBrk="1" latinLnBrk="0" hangingPunct="1">
      <a:defRPr sz="3000" kern="1200">
        <a:solidFill>
          <a:schemeClr val="tx1"/>
        </a:solidFill>
        <a:latin typeface="Arial"/>
        <a:ea typeface="+mn-ea"/>
        <a:cs typeface="+mn-cs"/>
      </a:defRPr>
    </a:lvl6pPr>
    <a:lvl7pPr marL="2742870" algn="l" defTabSz="914290" rtl="0" eaLnBrk="1" latinLnBrk="0" hangingPunct="1">
      <a:defRPr sz="3000" kern="1200">
        <a:solidFill>
          <a:schemeClr val="tx1"/>
        </a:solidFill>
        <a:latin typeface="Arial"/>
        <a:ea typeface="+mn-ea"/>
        <a:cs typeface="+mn-cs"/>
      </a:defRPr>
    </a:lvl7pPr>
    <a:lvl8pPr marL="3200016" algn="l" defTabSz="914290" rtl="0" eaLnBrk="1" latinLnBrk="0" hangingPunct="1">
      <a:defRPr sz="3000" kern="1200">
        <a:solidFill>
          <a:schemeClr val="tx1"/>
        </a:solidFill>
        <a:latin typeface="Arial"/>
        <a:ea typeface="+mn-ea"/>
        <a:cs typeface="+mn-cs"/>
      </a:defRPr>
    </a:lvl8pPr>
    <a:lvl9pPr marL="3657161" algn="l" defTabSz="914290" rtl="0" eaLnBrk="1" latinLnBrk="0" hangingPunct="1">
      <a:defRPr sz="3000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1482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4660"/>
  </p:normalViewPr>
  <p:slideViewPr>
    <p:cSldViewPr>
      <p:cViewPr>
        <p:scale>
          <a:sx n="35" d="100"/>
          <a:sy n="35" d="100"/>
        </p:scale>
        <p:origin x="1472" y="-1168"/>
      </p:cViewPr>
      <p:guideLst>
        <p:guide orient="horz" pos="10368"/>
        <p:guide pos="13824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75" y="10226677"/>
            <a:ext cx="37306251" cy="7054850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4" y="18653126"/>
            <a:ext cx="30724475" cy="8413751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406410" indent="0" algn="ctr">
              <a:buNone/>
              <a:defRPr/>
            </a:lvl2pPr>
            <a:lvl3pPr marL="812820" indent="0" algn="ctr">
              <a:buNone/>
              <a:defRPr/>
            </a:lvl3pPr>
            <a:lvl4pPr marL="1219231" indent="0" algn="ctr">
              <a:buNone/>
              <a:defRPr/>
            </a:lvl4pPr>
            <a:lvl5pPr marL="1625641" indent="0" algn="ctr">
              <a:buNone/>
              <a:defRPr/>
            </a:lvl5pPr>
            <a:lvl6pPr marL="2032051" indent="0" algn="ctr">
              <a:buNone/>
              <a:defRPr/>
            </a:lvl6pPr>
            <a:lvl7pPr marL="2438460" indent="0" algn="ctr">
              <a:buNone/>
              <a:defRPr/>
            </a:lvl7pPr>
            <a:lvl8pPr marL="2844872" indent="0" algn="ctr">
              <a:buNone/>
              <a:defRPr/>
            </a:lvl8pPr>
            <a:lvl9pPr marL="3251281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32F7583-1F2E-4A0D-89A2-8757FB6C04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81079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7C20414-372A-41A8-9C7E-815AA41B1C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557894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0" y="21153440"/>
            <a:ext cx="37307837" cy="6537326"/>
          </a:xfrm>
        </p:spPr>
        <p:txBody>
          <a:bodyPr anchor="t"/>
          <a:lstStyle>
            <a:defPPr>
              <a:defRPr kern="1200"/>
            </a:defPPr>
            <a:lvl1pPr algn="l">
              <a:defRPr sz="3556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0" y="13952538"/>
            <a:ext cx="37307837" cy="72009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777"/>
            </a:lvl1pPr>
            <a:lvl2pPr marL="406410" indent="0">
              <a:buNone/>
              <a:defRPr sz="1600"/>
            </a:lvl2pPr>
            <a:lvl3pPr marL="812820" indent="0">
              <a:buNone/>
              <a:defRPr sz="1423"/>
            </a:lvl3pPr>
            <a:lvl4pPr marL="1219231" indent="0">
              <a:buNone/>
              <a:defRPr sz="1244"/>
            </a:lvl4pPr>
            <a:lvl5pPr marL="1625641" indent="0">
              <a:buNone/>
              <a:defRPr sz="1244"/>
            </a:lvl5pPr>
            <a:lvl6pPr marL="2032051" indent="0">
              <a:buNone/>
              <a:defRPr sz="1244"/>
            </a:lvl6pPr>
            <a:lvl7pPr marL="2438460" indent="0">
              <a:buNone/>
              <a:defRPr sz="1244"/>
            </a:lvl7pPr>
            <a:lvl8pPr marL="2844872" indent="0">
              <a:buNone/>
              <a:defRPr sz="1244"/>
            </a:lvl8pPr>
            <a:lvl9pPr marL="3251281" indent="0">
              <a:buNone/>
              <a:defRPr sz="124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F90D1AA-2AB5-4265-A84E-A08A77402E8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778966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5513" y="7681913"/>
            <a:ext cx="19673888" cy="21724940"/>
          </a:xfrm>
        </p:spPr>
        <p:txBody>
          <a:bodyPr/>
          <a:lstStyle>
            <a:defPPr>
              <a:defRPr kern="1200"/>
            </a:defPPr>
            <a:lvl1pPr>
              <a:defRPr sz="2489"/>
            </a:lvl1pPr>
            <a:lvl2pPr>
              <a:defRPr sz="2133"/>
            </a:lvl2pPr>
            <a:lvl3pPr>
              <a:defRPr sz="1777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3" y="7681913"/>
            <a:ext cx="19675475" cy="21724940"/>
          </a:xfrm>
        </p:spPr>
        <p:txBody>
          <a:bodyPr/>
          <a:lstStyle>
            <a:defPPr>
              <a:defRPr kern="1200"/>
            </a:defPPr>
            <a:lvl1pPr>
              <a:defRPr sz="2489"/>
            </a:lvl1pPr>
            <a:lvl2pPr>
              <a:defRPr sz="2133"/>
            </a:lvl2pPr>
            <a:lvl3pPr>
              <a:defRPr sz="1777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2107C36F-0099-4FE0-ACAF-B1039AAFBCD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00323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6" y="1317625"/>
            <a:ext cx="39503349" cy="5486400"/>
          </a:xfrm>
        </p:spPr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7"/>
            <a:ext cx="19392900" cy="3070226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2133" b="1"/>
            </a:lvl1pPr>
            <a:lvl2pPr marL="406410" indent="0">
              <a:buNone/>
              <a:defRPr sz="1777" b="1"/>
            </a:lvl2pPr>
            <a:lvl3pPr marL="812820" indent="0">
              <a:buNone/>
              <a:defRPr sz="1600" b="1"/>
            </a:lvl3pPr>
            <a:lvl4pPr marL="1219231" indent="0">
              <a:buNone/>
              <a:defRPr sz="1423" b="1"/>
            </a:lvl4pPr>
            <a:lvl5pPr marL="1625641" indent="0">
              <a:buNone/>
              <a:defRPr sz="1423" b="1"/>
            </a:lvl5pPr>
            <a:lvl6pPr marL="2032051" indent="0">
              <a:buNone/>
              <a:defRPr sz="1423" b="1"/>
            </a:lvl6pPr>
            <a:lvl7pPr marL="2438460" indent="0">
              <a:buNone/>
              <a:defRPr sz="1423" b="1"/>
            </a:lvl7pPr>
            <a:lvl8pPr marL="2844872" indent="0">
              <a:buNone/>
              <a:defRPr sz="1423" b="1"/>
            </a:lvl8pPr>
            <a:lvl9pPr marL="3251281" indent="0">
              <a:buNone/>
              <a:defRPr sz="14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0"/>
            <a:ext cx="19392900" cy="18965862"/>
          </a:xfrm>
        </p:spPr>
        <p:txBody>
          <a:bodyPr/>
          <a:lstStyle>
            <a:defPPr>
              <a:defRPr kern="1200"/>
            </a:defPPr>
            <a:lvl1pPr>
              <a:defRPr sz="2133"/>
            </a:lvl1pPr>
            <a:lvl2pPr>
              <a:defRPr sz="1777"/>
            </a:lvl2pPr>
            <a:lvl3pPr>
              <a:defRPr sz="1600"/>
            </a:lvl3pPr>
            <a:lvl4pPr>
              <a:defRPr sz="1423"/>
            </a:lvl4pPr>
            <a:lvl5pPr>
              <a:defRPr sz="1423"/>
            </a:lvl5pPr>
            <a:lvl6pPr>
              <a:defRPr sz="1423"/>
            </a:lvl6pPr>
            <a:lvl7pPr>
              <a:defRPr sz="1423"/>
            </a:lvl7pPr>
            <a:lvl8pPr>
              <a:defRPr sz="1423"/>
            </a:lvl8pPr>
            <a:lvl9pPr>
              <a:defRPr sz="14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37" y="7369177"/>
            <a:ext cx="19400840" cy="3070226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2133" b="1"/>
            </a:lvl1pPr>
            <a:lvl2pPr marL="406410" indent="0">
              <a:buNone/>
              <a:defRPr sz="1777" b="1"/>
            </a:lvl2pPr>
            <a:lvl3pPr marL="812820" indent="0">
              <a:buNone/>
              <a:defRPr sz="1600" b="1"/>
            </a:lvl3pPr>
            <a:lvl4pPr marL="1219231" indent="0">
              <a:buNone/>
              <a:defRPr sz="1423" b="1"/>
            </a:lvl4pPr>
            <a:lvl5pPr marL="1625641" indent="0">
              <a:buNone/>
              <a:defRPr sz="1423" b="1"/>
            </a:lvl5pPr>
            <a:lvl6pPr marL="2032051" indent="0">
              <a:buNone/>
              <a:defRPr sz="1423" b="1"/>
            </a:lvl6pPr>
            <a:lvl7pPr marL="2438460" indent="0">
              <a:buNone/>
              <a:defRPr sz="1423" b="1"/>
            </a:lvl7pPr>
            <a:lvl8pPr marL="2844872" indent="0">
              <a:buNone/>
              <a:defRPr sz="1423" b="1"/>
            </a:lvl8pPr>
            <a:lvl9pPr marL="3251281" indent="0">
              <a:buNone/>
              <a:defRPr sz="14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37" y="10439400"/>
            <a:ext cx="19400840" cy="18965862"/>
          </a:xfrm>
        </p:spPr>
        <p:txBody>
          <a:bodyPr/>
          <a:lstStyle>
            <a:defPPr>
              <a:defRPr kern="1200"/>
            </a:defPPr>
            <a:lvl1pPr>
              <a:defRPr sz="2133"/>
            </a:lvl1pPr>
            <a:lvl2pPr>
              <a:defRPr sz="1777"/>
            </a:lvl2pPr>
            <a:lvl3pPr>
              <a:defRPr sz="1600"/>
            </a:lvl3pPr>
            <a:lvl4pPr>
              <a:defRPr sz="1423"/>
            </a:lvl4pPr>
            <a:lvl5pPr>
              <a:defRPr sz="1423"/>
            </a:lvl5pPr>
            <a:lvl6pPr>
              <a:defRPr sz="1423"/>
            </a:lvl6pPr>
            <a:lvl7pPr>
              <a:defRPr sz="1423"/>
            </a:lvl7pPr>
            <a:lvl8pPr>
              <a:defRPr sz="1423"/>
            </a:lvl8pPr>
            <a:lvl9pPr>
              <a:defRPr sz="14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0135CE0-8D06-4438-94EA-8ECC994DF4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50584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2464342-44A8-4BF0-82F7-BEF55BE6F5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3017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58F61E3-F1B1-4C93-8E0B-A94AC7364D8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9035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6" y="1311277"/>
            <a:ext cx="14439900" cy="5576888"/>
          </a:xfrm>
        </p:spPr>
        <p:txBody>
          <a:bodyPr anchor="b"/>
          <a:lstStyle>
            <a:defPPr>
              <a:defRPr kern="1200"/>
            </a:defPPr>
            <a:lvl1pPr algn="l">
              <a:defRPr sz="177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7"/>
            <a:ext cx="24536400" cy="28093988"/>
          </a:xfrm>
        </p:spPr>
        <p:txBody>
          <a:bodyPr/>
          <a:lstStyle>
            <a:defPPr>
              <a:defRPr kern="1200"/>
            </a:defPPr>
            <a:lvl1pPr>
              <a:defRPr sz="2844"/>
            </a:lvl1pPr>
            <a:lvl2pPr>
              <a:defRPr sz="2489"/>
            </a:lvl2pPr>
            <a:lvl3pPr>
              <a:defRPr sz="2133"/>
            </a:lvl3pPr>
            <a:lvl4pPr>
              <a:defRPr sz="1777"/>
            </a:lvl4pPr>
            <a:lvl5pPr>
              <a:defRPr sz="1777"/>
            </a:lvl5pPr>
            <a:lvl6pPr>
              <a:defRPr sz="1777"/>
            </a:lvl6pPr>
            <a:lvl7pPr>
              <a:defRPr sz="1777"/>
            </a:lvl7pPr>
            <a:lvl8pPr>
              <a:defRPr sz="1777"/>
            </a:lvl8pPr>
            <a:lvl9pPr>
              <a:defRPr sz="177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6" y="6888163"/>
            <a:ext cx="14439900" cy="225171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244"/>
            </a:lvl1pPr>
            <a:lvl2pPr marL="406410" indent="0">
              <a:buNone/>
              <a:defRPr sz="1067"/>
            </a:lvl2pPr>
            <a:lvl3pPr marL="812820" indent="0">
              <a:buNone/>
              <a:defRPr sz="889"/>
            </a:lvl3pPr>
            <a:lvl4pPr marL="1219231" indent="0">
              <a:buNone/>
              <a:defRPr sz="800"/>
            </a:lvl4pPr>
            <a:lvl5pPr marL="1625641" indent="0">
              <a:buNone/>
              <a:defRPr sz="800"/>
            </a:lvl5pPr>
            <a:lvl6pPr marL="2032051" indent="0">
              <a:buNone/>
              <a:defRPr sz="800"/>
            </a:lvl6pPr>
            <a:lvl7pPr marL="2438460" indent="0">
              <a:buNone/>
              <a:defRPr sz="800"/>
            </a:lvl7pPr>
            <a:lvl8pPr marL="2844872" indent="0">
              <a:buNone/>
              <a:defRPr sz="800"/>
            </a:lvl8pPr>
            <a:lvl9pPr marL="3251281" indent="0">
              <a:buNone/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0F6AF16-7A4E-4CCF-8238-DA2023A0ED3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27433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3" y="23042564"/>
            <a:ext cx="26335040" cy="2720975"/>
          </a:xfrm>
        </p:spPr>
        <p:txBody>
          <a:bodyPr anchor="b"/>
          <a:lstStyle>
            <a:defPPr>
              <a:defRPr kern="1200"/>
            </a:defPPr>
            <a:lvl1pPr algn="l">
              <a:defRPr sz="177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3" y="2941639"/>
            <a:ext cx="26335040" cy="19750088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844"/>
            </a:lvl1pPr>
            <a:lvl2pPr marL="406410" indent="0">
              <a:buNone/>
              <a:defRPr sz="2489"/>
            </a:lvl2pPr>
            <a:lvl3pPr marL="812820" indent="0">
              <a:buNone/>
              <a:defRPr sz="2133"/>
            </a:lvl3pPr>
            <a:lvl4pPr marL="1219231" indent="0">
              <a:buNone/>
              <a:defRPr sz="1777"/>
            </a:lvl4pPr>
            <a:lvl5pPr marL="1625641" indent="0">
              <a:buNone/>
              <a:defRPr sz="1777"/>
            </a:lvl5pPr>
            <a:lvl6pPr marL="2032051" indent="0">
              <a:buNone/>
              <a:defRPr sz="1777"/>
            </a:lvl6pPr>
            <a:lvl7pPr marL="2438460" indent="0">
              <a:buNone/>
              <a:defRPr sz="1777"/>
            </a:lvl7pPr>
            <a:lvl8pPr marL="2844872" indent="0">
              <a:buNone/>
              <a:defRPr sz="1777"/>
            </a:lvl8pPr>
            <a:lvl9pPr marL="3251281" indent="0">
              <a:buNone/>
              <a:defRPr sz="177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3" y="25763540"/>
            <a:ext cx="26335040" cy="3862388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244"/>
            </a:lvl1pPr>
            <a:lvl2pPr marL="406410" indent="0">
              <a:buNone/>
              <a:defRPr sz="1067"/>
            </a:lvl2pPr>
            <a:lvl3pPr marL="812820" indent="0">
              <a:buNone/>
              <a:defRPr sz="889"/>
            </a:lvl3pPr>
            <a:lvl4pPr marL="1219231" indent="0">
              <a:buNone/>
              <a:defRPr sz="800"/>
            </a:lvl4pPr>
            <a:lvl5pPr marL="1625641" indent="0">
              <a:buNone/>
              <a:defRPr sz="800"/>
            </a:lvl5pPr>
            <a:lvl6pPr marL="2032051" indent="0">
              <a:buNone/>
              <a:defRPr sz="800"/>
            </a:lvl6pPr>
            <a:lvl7pPr marL="2438460" indent="0">
              <a:buNone/>
              <a:defRPr sz="800"/>
            </a:lvl7pPr>
            <a:lvl8pPr marL="2844872" indent="0">
              <a:buNone/>
              <a:defRPr sz="800"/>
            </a:lvl8pPr>
            <a:lvl9pPr marL="3251281" indent="0">
              <a:buNone/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56C9C478-6178-4E05-8724-034EA277430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203341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49CBABAE-C7B7-4F8E-A01D-1845599FDD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166110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3025" y="1319213"/>
            <a:ext cx="9874251" cy="28087640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5513" y="1319213"/>
            <a:ext cx="29475112" cy="28087640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F7E91C4-4AF7-40C1-B437-FA58F4C898C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78045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5513" y="1319212"/>
            <a:ext cx="39501763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5513" y="7681913"/>
            <a:ext cx="39501763" cy="217249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5513" y="29978352"/>
            <a:ext cx="10240963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4181227">
              <a:defRPr sz="64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7112" y="29978352"/>
            <a:ext cx="13898563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4181227">
              <a:defRPr sz="64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6312" y="29978352"/>
            <a:ext cx="10240963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4181227">
              <a:defRPr sz="6400" smtClean="0">
                <a:latin typeface="Arial" pitchFamily="34" charset="0"/>
              </a:defRPr>
            </a:lvl1pPr>
          </a:lstStyle>
          <a:p>
            <a:pPr>
              <a:defRPr/>
            </a:pPr>
            <a:fld id="{9A1A43B9-AFC3-461A-A4D0-5B0FD2995BC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5955433" y="16787284"/>
            <a:ext cx="21412200" cy="5249333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38434433" y="16787284"/>
            <a:ext cx="21412200" cy="5249333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947334" y="33680400"/>
            <a:ext cx="39996533" cy="21717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947333" y="34537650"/>
            <a:ext cx="21945600" cy="190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6080">
                <a:solidFill>
                  <a:srgbClr val="808080"/>
                </a:solidFill>
              </a:rPr>
              <a:t>Template ID: intuitivecerulean  Size: 36x24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4181227" rtl="0" eaLnBrk="0" fontAlgn="base" hangingPunct="0">
        <a:spcBef>
          <a:spcPct val="0"/>
        </a:spcBef>
        <a:spcAft>
          <a:spcPct val="0"/>
        </a:spcAft>
        <a:defRPr sz="20178">
          <a:solidFill>
            <a:schemeClr val="tx2"/>
          </a:solidFill>
          <a:latin typeface="+mj-lt"/>
          <a:ea typeface="+mj-ea"/>
          <a:cs typeface="+mj-cs"/>
        </a:defRPr>
      </a:lvl1pPr>
      <a:lvl2pPr algn="ctr" defTabSz="4181227" rtl="0" eaLnBrk="0" fontAlgn="base" hangingPunct="0">
        <a:spcBef>
          <a:spcPct val="0"/>
        </a:spcBef>
        <a:spcAft>
          <a:spcPct val="0"/>
        </a:spcAft>
        <a:defRPr sz="20178">
          <a:solidFill>
            <a:schemeClr val="tx2"/>
          </a:solidFill>
          <a:latin typeface="Arial" pitchFamily="34" charset="0"/>
        </a:defRPr>
      </a:lvl2pPr>
      <a:lvl3pPr algn="ctr" defTabSz="4181227" rtl="0" eaLnBrk="0" fontAlgn="base" hangingPunct="0">
        <a:spcBef>
          <a:spcPct val="0"/>
        </a:spcBef>
        <a:spcAft>
          <a:spcPct val="0"/>
        </a:spcAft>
        <a:defRPr sz="20178">
          <a:solidFill>
            <a:schemeClr val="tx2"/>
          </a:solidFill>
          <a:latin typeface="Arial" pitchFamily="34" charset="0"/>
        </a:defRPr>
      </a:lvl3pPr>
      <a:lvl4pPr algn="ctr" defTabSz="4181227" rtl="0" eaLnBrk="0" fontAlgn="base" hangingPunct="0">
        <a:spcBef>
          <a:spcPct val="0"/>
        </a:spcBef>
        <a:spcAft>
          <a:spcPct val="0"/>
        </a:spcAft>
        <a:defRPr sz="20178">
          <a:solidFill>
            <a:schemeClr val="tx2"/>
          </a:solidFill>
          <a:latin typeface="Arial" pitchFamily="34" charset="0"/>
        </a:defRPr>
      </a:lvl4pPr>
      <a:lvl5pPr algn="ctr" defTabSz="4181227" rtl="0" eaLnBrk="0" fontAlgn="base" hangingPunct="0">
        <a:spcBef>
          <a:spcPct val="0"/>
        </a:spcBef>
        <a:spcAft>
          <a:spcPct val="0"/>
        </a:spcAft>
        <a:defRPr sz="20178">
          <a:solidFill>
            <a:schemeClr val="tx2"/>
          </a:solidFill>
          <a:latin typeface="Arial" pitchFamily="34" charset="0"/>
        </a:defRPr>
      </a:lvl5pPr>
      <a:lvl6pPr marL="406410" algn="ctr" defTabSz="4181227" rtl="0" fontAlgn="base">
        <a:spcBef>
          <a:spcPct val="0"/>
        </a:spcBef>
        <a:spcAft>
          <a:spcPct val="0"/>
        </a:spcAft>
        <a:defRPr sz="20178">
          <a:solidFill>
            <a:schemeClr val="tx2"/>
          </a:solidFill>
          <a:latin typeface="Arial" pitchFamily="34" charset="0"/>
        </a:defRPr>
      </a:lvl6pPr>
      <a:lvl7pPr marL="812820" algn="ctr" defTabSz="4181227" rtl="0" fontAlgn="base">
        <a:spcBef>
          <a:spcPct val="0"/>
        </a:spcBef>
        <a:spcAft>
          <a:spcPct val="0"/>
        </a:spcAft>
        <a:defRPr sz="20178">
          <a:solidFill>
            <a:schemeClr val="tx2"/>
          </a:solidFill>
          <a:latin typeface="Arial" pitchFamily="34" charset="0"/>
        </a:defRPr>
      </a:lvl7pPr>
      <a:lvl8pPr marL="1219231" algn="ctr" defTabSz="4181227" rtl="0" fontAlgn="base">
        <a:spcBef>
          <a:spcPct val="0"/>
        </a:spcBef>
        <a:spcAft>
          <a:spcPct val="0"/>
        </a:spcAft>
        <a:defRPr sz="20178">
          <a:solidFill>
            <a:schemeClr val="tx2"/>
          </a:solidFill>
          <a:latin typeface="Arial" pitchFamily="34" charset="0"/>
        </a:defRPr>
      </a:lvl8pPr>
      <a:lvl9pPr marL="1625641" algn="ctr" defTabSz="4181227" rtl="0" fontAlgn="base">
        <a:spcBef>
          <a:spcPct val="0"/>
        </a:spcBef>
        <a:spcAft>
          <a:spcPct val="0"/>
        </a:spcAft>
        <a:defRPr sz="20178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569195" indent="-1569195" algn="l" defTabSz="4181227" rtl="0" eaLnBrk="0" fontAlgn="base" hangingPunct="0">
        <a:spcBef>
          <a:spcPct val="20000"/>
        </a:spcBef>
        <a:spcAft>
          <a:spcPct val="0"/>
        </a:spcAft>
        <a:buChar char="•"/>
        <a:defRPr sz="14668">
          <a:solidFill>
            <a:schemeClr val="tx1"/>
          </a:solidFill>
          <a:latin typeface="+mn-lt"/>
          <a:ea typeface="+mn-ea"/>
          <a:cs typeface="+mn-cs"/>
        </a:defRPr>
      </a:lvl1pPr>
      <a:lvl2pPr marL="3398040" indent="-1308133" algn="l" defTabSz="4181227" rtl="0" eaLnBrk="0" fontAlgn="base" hangingPunct="0">
        <a:spcBef>
          <a:spcPct val="20000"/>
        </a:spcBef>
        <a:spcAft>
          <a:spcPct val="0"/>
        </a:spcAft>
        <a:buChar char="–"/>
        <a:defRPr sz="12800">
          <a:solidFill>
            <a:schemeClr val="tx1"/>
          </a:solidFill>
          <a:latin typeface="+mn-lt"/>
        </a:defRPr>
      </a:lvl2pPr>
      <a:lvl3pPr marL="5226887" indent="-1045661" algn="l" defTabSz="4181227" rtl="0" eaLnBrk="0" fontAlgn="base" hangingPunct="0">
        <a:spcBef>
          <a:spcPct val="20000"/>
        </a:spcBef>
        <a:spcAft>
          <a:spcPct val="0"/>
        </a:spcAft>
        <a:buChar char="•"/>
        <a:defRPr sz="10933">
          <a:solidFill>
            <a:schemeClr val="tx1"/>
          </a:solidFill>
          <a:latin typeface="+mn-lt"/>
        </a:defRPr>
      </a:lvl3pPr>
      <a:lvl4pPr marL="7315382" indent="-1045661" algn="l" defTabSz="4181227" rtl="0" eaLnBrk="0" fontAlgn="base" hangingPunct="0">
        <a:spcBef>
          <a:spcPct val="20000"/>
        </a:spcBef>
        <a:spcAft>
          <a:spcPct val="0"/>
        </a:spcAft>
        <a:buChar char="–"/>
        <a:defRPr sz="9245">
          <a:solidFill>
            <a:schemeClr val="tx1"/>
          </a:solidFill>
          <a:latin typeface="+mn-lt"/>
        </a:defRPr>
      </a:lvl4pPr>
      <a:lvl5pPr marL="9405292" indent="-1044249" algn="l" defTabSz="4181227" rtl="0" eaLnBrk="0" fontAlgn="base" hangingPunct="0">
        <a:spcBef>
          <a:spcPct val="20000"/>
        </a:spcBef>
        <a:spcAft>
          <a:spcPct val="0"/>
        </a:spcAft>
        <a:buChar char="»"/>
        <a:defRPr sz="9245">
          <a:solidFill>
            <a:schemeClr val="tx1"/>
          </a:solidFill>
          <a:latin typeface="+mn-lt"/>
        </a:defRPr>
      </a:lvl5pPr>
      <a:lvl6pPr marL="9811701" indent="-1044249" algn="l" defTabSz="4181227" rtl="0" fontAlgn="base">
        <a:spcBef>
          <a:spcPct val="20000"/>
        </a:spcBef>
        <a:spcAft>
          <a:spcPct val="0"/>
        </a:spcAft>
        <a:buChar char="»"/>
        <a:defRPr sz="9245">
          <a:solidFill>
            <a:schemeClr val="tx1"/>
          </a:solidFill>
          <a:latin typeface="+mn-lt"/>
        </a:defRPr>
      </a:lvl6pPr>
      <a:lvl7pPr marL="10218111" indent="-1044249" algn="l" defTabSz="4181227" rtl="0" fontAlgn="base">
        <a:spcBef>
          <a:spcPct val="20000"/>
        </a:spcBef>
        <a:spcAft>
          <a:spcPct val="0"/>
        </a:spcAft>
        <a:buChar char="»"/>
        <a:defRPr sz="9245">
          <a:solidFill>
            <a:schemeClr val="tx1"/>
          </a:solidFill>
          <a:latin typeface="+mn-lt"/>
        </a:defRPr>
      </a:lvl7pPr>
      <a:lvl8pPr marL="10624521" indent="-1044249" algn="l" defTabSz="4181227" rtl="0" fontAlgn="base">
        <a:spcBef>
          <a:spcPct val="20000"/>
        </a:spcBef>
        <a:spcAft>
          <a:spcPct val="0"/>
        </a:spcAft>
        <a:buChar char="»"/>
        <a:defRPr sz="9245">
          <a:solidFill>
            <a:schemeClr val="tx1"/>
          </a:solidFill>
          <a:latin typeface="+mn-lt"/>
        </a:defRPr>
      </a:lvl8pPr>
      <a:lvl9pPr marL="11030932" indent="-1044249" algn="l" defTabSz="4181227" rtl="0" fontAlgn="base">
        <a:spcBef>
          <a:spcPct val="20000"/>
        </a:spcBef>
        <a:spcAft>
          <a:spcPct val="0"/>
        </a:spcAft>
        <a:buChar char="»"/>
        <a:defRPr sz="9245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81282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410" algn="l" defTabSz="81282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820" algn="l" defTabSz="81282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231" algn="l" defTabSz="81282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641" algn="l" defTabSz="81282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2051" algn="l" defTabSz="81282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460" algn="l" defTabSz="81282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872" algn="l" defTabSz="81282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1281" algn="l" defTabSz="81282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DCF1F8"/>
            </a:gs>
            <a:gs pos="100000">
              <a:srgbClr val="FFFFFF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10">
            <a:extLst>
              <a:ext uri="{FF2B5EF4-FFF2-40B4-BE49-F238E27FC236}">
                <a16:creationId xmlns:a16="http://schemas.microsoft.com/office/drawing/2014/main" id="{D199CE64-341D-4865-BAC0-9C2B0065B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499" y="18427057"/>
            <a:ext cx="9691591" cy="776268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243840" tIns="65024" rIns="243840" bIns="60945" anchor="ctr" anchorCtr="0"/>
          <a:lstStyle>
            <a:defPPr>
              <a:defRPr kern="1200"/>
            </a:defPPr>
          </a:lstStyle>
          <a:p>
            <a:pPr algn="ctr" defTabSz="4180182">
              <a:defRPr/>
            </a:pPr>
            <a:r>
              <a:rPr lang="en-US" sz="3733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</a:t>
            </a:r>
          </a:p>
        </p:txBody>
      </p:sp>
      <p:sp>
        <p:nvSpPr>
          <p:cNvPr id="18" name="TextBox 19">
            <a:extLst>
              <a:ext uri="{FF2B5EF4-FFF2-40B4-BE49-F238E27FC236}">
                <a16:creationId xmlns:a16="http://schemas.microsoft.com/office/drawing/2014/main" id="{660D2150-C4B6-4E14-B13B-A9330CA027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194" y="7549492"/>
            <a:ext cx="9691591" cy="428489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 lIns="121920" tIns="121920" rIns="243840" bIns="12192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80990" indent="-38099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Indexed Concatenation (I-Cat) notation is a method for representing numbers with repeating patterns in a structured way.</a:t>
            </a:r>
          </a:p>
          <a:p>
            <a:pPr marL="380990" indent="-38099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Instead of treating repeating decimals or numbers with repeating digits as unstructured expansions, they are written as compact objects (I-Cats).</a:t>
            </a:r>
          </a:p>
          <a:p>
            <a:pPr marL="380990" indent="-38099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This makes patterns easier to identify and manipulate.</a:t>
            </a:r>
          </a:p>
          <a:p>
            <a:pPr marL="380990" indent="-38099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Standard numbers can be converted and used in operations using I-Cat notation.</a:t>
            </a: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56B51769-050A-4089-A605-7F5F55540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195" y="6551340"/>
            <a:ext cx="9691591" cy="776268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243840" tIns="65024" rIns="243840" bIns="60945" anchor="ctr" anchorCtr="0"/>
          <a:lstStyle>
            <a:defPPr>
              <a:defRPr kern="1200"/>
            </a:defPPr>
          </a:lstStyle>
          <a:p>
            <a:pPr algn="ctr" defTabSz="4180182">
              <a:defRPr/>
            </a:pPr>
            <a:r>
              <a:rPr lang="en-US" sz="3733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6" name="TextBox 19">
            <a:extLst>
              <a:ext uri="{FF2B5EF4-FFF2-40B4-BE49-F238E27FC236}">
                <a16:creationId xmlns:a16="http://schemas.microsoft.com/office/drawing/2014/main" id="{08B27C09-FD47-44CE-8AD0-B239C49C4F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499" y="14042418"/>
            <a:ext cx="9691591" cy="383342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121920" tIns="121920" rIns="243840" bIns="12192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80990" indent="-38099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First, the repeating block in a number is identified.</a:t>
            </a:r>
          </a:p>
          <a:p>
            <a:pPr marL="380990" indent="-38099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repeating sequence is represented as a single-structured unit (I-Cat)</a:t>
            </a:r>
          </a:p>
          <a:p>
            <a:pPr marL="380990" indent="-38099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number is rewritten using this compact form.</a:t>
            </a:r>
          </a:p>
          <a:p>
            <a:pPr marL="380990" indent="-38099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Now, different operations can be performed using I-Cat notation instead of individual digits.</a:t>
            </a:r>
          </a:p>
          <a:p>
            <a:pPr marL="380990" indent="-38099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notation uses the symbol € to represent indexed concatenation.</a:t>
            </a:r>
          </a:p>
        </p:txBody>
      </p:sp>
      <p:sp>
        <p:nvSpPr>
          <p:cNvPr id="27" name="Rectangle 10">
            <a:extLst>
              <a:ext uri="{FF2B5EF4-FFF2-40B4-BE49-F238E27FC236}">
                <a16:creationId xmlns:a16="http://schemas.microsoft.com/office/drawing/2014/main" id="{98D14DB5-1AFE-4838-B666-0B2184BF55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290" y="12714933"/>
            <a:ext cx="9691591" cy="776268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243840" tIns="65024" rIns="243840" bIns="60945" anchor="ctr" anchorCtr="0"/>
          <a:lstStyle>
            <a:defPPr>
              <a:defRPr kern="1200"/>
            </a:defPPr>
          </a:lstStyle>
          <a:p>
            <a:pPr algn="ctr" defTabSz="4180182">
              <a:defRPr/>
            </a:pPr>
            <a:r>
              <a:rPr lang="en-US" sz="3733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I-Cat Methods</a:t>
            </a:r>
          </a:p>
        </p:txBody>
      </p:sp>
      <p:sp>
        <p:nvSpPr>
          <p:cNvPr id="24" name="TextBox 19">
            <a:extLst>
              <a:ext uri="{FF2B5EF4-FFF2-40B4-BE49-F238E27FC236}">
                <a16:creationId xmlns:a16="http://schemas.microsoft.com/office/drawing/2014/main" id="{E26A9AEA-EC62-46B3-990F-8C6758BC7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78408" y="27013832"/>
            <a:ext cx="10972800" cy="2027543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121920" tIns="121920" rIns="121920" bIns="12192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457189" indent="-457189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More complex operations</a:t>
            </a:r>
          </a:p>
          <a:p>
            <a:pPr marL="457189" indent="-457189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Computational applications</a:t>
            </a:r>
          </a:p>
          <a:p>
            <a:pPr marL="457189" indent="-457189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Develop more efficient algorithms</a:t>
            </a:r>
          </a:p>
          <a:p>
            <a:pPr marL="457189" indent="-457189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Continue analyzing patterns</a:t>
            </a:r>
          </a:p>
        </p:txBody>
      </p:sp>
      <p:sp>
        <p:nvSpPr>
          <p:cNvPr id="25" name="Rectangle 10">
            <a:extLst>
              <a:ext uri="{FF2B5EF4-FFF2-40B4-BE49-F238E27FC236}">
                <a16:creationId xmlns:a16="http://schemas.microsoft.com/office/drawing/2014/main" id="{3134479B-87AD-48CB-BE42-1B7030F3B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78408" y="26040073"/>
            <a:ext cx="10972800" cy="776268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243840" tIns="65024" rIns="243840" bIns="60945" anchor="ctr" anchorCtr="0"/>
          <a:lstStyle>
            <a:defPPr>
              <a:defRPr kern="1200"/>
            </a:defPPr>
          </a:lstStyle>
          <a:p>
            <a:pPr algn="ctr" defTabSz="4180182">
              <a:defRPr/>
            </a:pPr>
            <a:r>
              <a:rPr lang="en-US" sz="3733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Work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6258151E-49CC-4DED-BAB7-C6568770C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78408" y="30445693"/>
            <a:ext cx="10972800" cy="1124603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121920" tIns="121920" rIns="121920" bIns="12192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Special thanks to Dr. Kenneth Caviness for his guidance and support.</a:t>
            </a:r>
          </a:p>
        </p:txBody>
      </p:sp>
      <p:sp>
        <p:nvSpPr>
          <p:cNvPr id="29" name="Rectangle 10">
            <a:extLst>
              <a:ext uri="{FF2B5EF4-FFF2-40B4-BE49-F238E27FC236}">
                <a16:creationId xmlns:a16="http://schemas.microsoft.com/office/drawing/2014/main" id="{B159E2ED-58ED-4C4D-AADA-65963204C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78408" y="29471934"/>
            <a:ext cx="10972800" cy="776268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243840" tIns="65024" rIns="243840" bIns="60945" anchor="ctr" anchorCtr="0"/>
          <a:lstStyle>
            <a:defPPr>
              <a:defRPr kern="1200"/>
            </a:defPPr>
          </a:lstStyle>
          <a:p>
            <a:pPr algn="ctr" defTabSz="4180182">
              <a:defRPr/>
            </a:pPr>
            <a:r>
              <a:rPr lang="en-US" sz="3733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Acknowledgements</a:t>
            </a:r>
          </a:p>
        </p:txBody>
      </p:sp>
      <p:sp>
        <p:nvSpPr>
          <p:cNvPr id="22" name="TextBox 19">
            <a:extLst>
              <a:ext uri="{FF2B5EF4-FFF2-40B4-BE49-F238E27FC236}">
                <a16:creationId xmlns:a16="http://schemas.microsoft.com/office/drawing/2014/main" id="{62B2D60D-B2E1-4903-BD59-716F7CEA06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78408" y="20692277"/>
            <a:ext cx="10972800" cy="157607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121920" tIns="121920" rIns="121920" bIns="12192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457189" indent="-457189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Compact representation of repeating patterns.</a:t>
            </a:r>
          </a:p>
          <a:p>
            <a:pPr marL="457189" indent="-457189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Simplifies arithmetic with infinite decimals.</a:t>
            </a:r>
          </a:p>
          <a:p>
            <a:pPr marL="457189" indent="-457189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Useful in mathematical and computational contexts.</a:t>
            </a:r>
          </a:p>
        </p:txBody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649B2B52-1DC3-4E00-AA81-9A9BDF50D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78408" y="19749577"/>
            <a:ext cx="10972800" cy="776268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243840" tIns="65024" rIns="243840" bIns="60945" anchor="ctr" anchorCtr="0"/>
          <a:lstStyle>
            <a:defPPr>
              <a:defRPr kern="1200"/>
            </a:defPPr>
          </a:lstStyle>
          <a:p>
            <a:pPr algn="ctr" defTabSz="4180182">
              <a:defRPr/>
            </a:pPr>
            <a:r>
              <a:rPr lang="en-US" sz="3733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Applications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418E6029-BC8D-48A6-B73A-6AF8EE0DED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78408" y="23665520"/>
            <a:ext cx="10972800" cy="157607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121920" tIns="121920" rIns="121920" bIns="12192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457189" indent="-457189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notation provides a structured way to represent and work with repeating numbers. </a:t>
            </a:r>
          </a:p>
          <a:p>
            <a:pPr marL="457189" indent="-457189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It simplifies both representation and operations.</a:t>
            </a:r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6127A719-505A-4C44-8032-B19C962A0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05207" y="22720286"/>
            <a:ext cx="10972800" cy="776268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243840" tIns="65024" rIns="243840" bIns="60945" anchor="ctr" anchorCtr="0"/>
          <a:lstStyle>
            <a:defPPr>
              <a:defRPr kern="1200"/>
            </a:defPPr>
          </a:lstStyle>
          <a:p>
            <a:pPr algn="ctr" defTabSz="4180182">
              <a:defRPr/>
            </a:pPr>
            <a:r>
              <a:rPr lang="en-US" sz="3733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F71E88-A0A1-440B-ABF9-DBF8076C9D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193" y="19754542"/>
            <a:ext cx="9691591" cy="4287777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121920" tIns="121920" rIns="243840" bIns="12192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sz="2667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Repeated Numbers to I-Cats:</a:t>
            </a:r>
          </a:p>
          <a:p>
            <a:pPr algn="ctr">
              <a:lnSpc>
                <a:spcPct val="110000"/>
              </a:lnSpc>
            </a:pPr>
            <a:endParaRPr lang="en-US" sz="2667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sz="2667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57DD92-2174-13DF-9BCF-253E4BFA32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504" y="20746301"/>
            <a:ext cx="4836965" cy="9927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7BDF367-08F0-DF9E-D264-4756264A94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499" y="25718136"/>
            <a:ext cx="9691591" cy="5852160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121920" tIns="121920" rIns="121920" bIns="12192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sz="2667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Addition Examples:</a:t>
            </a:r>
          </a:p>
          <a:p>
            <a:pPr algn="just">
              <a:lnSpc>
                <a:spcPct val="110000"/>
              </a:lnSpc>
            </a:pPr>
            <a:endParaRPr lang="en-US" sz="2667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sz="2667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sz="2667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31EC4C-50ED-1FA3-A522-A41AB3F42E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33013" y="7549491"/>
            <a:ext cx="11247120" cy="15910560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121920" tIns="121920" rIns="121920" bIns="12192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(multiplication cont.)</a:t>
            </a:r>
          </a:p>
          <a:p>
            <a:pPr>
              <a:lnSpc>
                <a:spcPct val="110000"/>
              </a:lnSpc>
            </a:pPr>
            <a:endParaRPr lang="en-US" sz="2667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Rectangle 10">
            <a:extLst>
              <a:ext uri="{FF2B5EF4-FFF2-40B4-BE49-F238E27FC236}">
                <a16:creationId xmlns:a16="http://schemas.microsoft.com/office/drawing/2014/main" id="{6F49D22B-21A3-8433-0D97-F04EE82FF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33013" y="6551340"/>
            <a:ext cx="11247120" cy="776268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243840" tIns="65024" rIns="243840" bIns="60945" anchor="ctr" anchorCtr="0"/>
          <a:lstStyle>
            <a:defPPr>
              <a:defRPr kern="1200"/>
            </a:defPPr>
          </a:lstStyle>
          <a:p>
            <a:pPr algn="ctr" defTabSz="4180182">
              <a:defRPr/>
            </a:pPr>
            <a:r>
              <a:rPr lang="en-US" sz="3733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21F3D84B-B416-4764-CC5A-799556D9A4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6422" y="26862993"/>
            <a:ext cx="5407740" cy="304800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D92BEE1-3701-025B-B25B-F953248466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78408" y="7549492"/>
            <a:ext cx="10972800" cy="11704320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121920" tIns="121920" rIns="121920" bIns="12192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sz="2667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x I-Cat Example:</a:t>
            </a:r>
          </a:p>
          <a:p>
            <a:pPr>
              <a:lnSpc>
                <a:spcPct val="110000"/>
              </a:lnSpc>
            </a:pPr>
            <a:endParaRPr lang="en-US" sz="2667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9E2B1263-E340-3921-4347-4A8AF3F28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78409" y="6551340"/>
            <a:ext cx="10972800" cy="776268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243840" tIns="65024" rIns="243840" bIns="60945" anchor="ctr" anchorCtr="0"/>
          <a:lstStyle>
            <a:defPPr>
              <a:defRPr kern="1200"/>
            </a:defPPr>
          </a:lstStyle>
          <a:p>
            <a:pPr algn="ctr" defTabSz="4180182">
              <a:defRPr/>
            </a:pPr>
            <a:r>
              <a:rPr lang="en-US" sz="3733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FF7854-D008-3271-1B76-D3C5BAD8A8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03059" y="7549491"/>
            <a:ext cx="9631680" cy="11521440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121920" tIns="121920" rIns="121920" bIns="12192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sz="2667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Addition Examples (Increased Complexity):</a:t>
            </a:r>
          </a:p>
          <a:p>
            <a:pPr algn="ctr">
              <a:lnSpc>
                <a:spcPct val="110000"/>
              </a:lnSpc>
            </a:pPr>
            <a:endParaRPr lang="en-US" sz="2667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sz="2667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3" name="Rectangle 10">
            <a:extLst>
              <a:ext uri="{FF2B5EF4-FFF2-40B4-BE49-F238E27FC236}">
                <a16:creationId xmlns:a16="http://schemas.microsoft.com/office/drawing/2014/main" id="{F9522775-0917-A637-2ED0-D78CA46CDC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6649" y="6551340"/>
            <a:ext cx="9631680" cy="776268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243840" tIns="65024" rIns="243840" bIns="60945" anchor="ctr" anchorCtr="0"/>
          <a:lstStyle>
            <a:defPPr>
              <a:defRPr kern="1200"/>
            </a:defPPr>
          </a:lstStyle>
          <a:p>
            <a:pPr algn="ctr" defTabSz="4180182">
              <a:defRPr/>
            </a:pPr>
            <a:r>
              <a:rPr lang="en-US" sz="3733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sp>
        <p:nvSpPr>
          <p:cNvPr id="2054" name="TextBox 2053">
            <a:extLst>
              <a:ext uri="{FF2B5EF4-FFF2-40B4-BE49-F238E27FC236}">
                <a16:creationId xmlns:a16="http://schemas.microsoft.com/office/drawing/2014/main" id="{2A313C7D-9821-8CDD-DA1E-5919B6C4E2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36648" y="19774536"/>
            <a:ext cx="9631680" cy="11795760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121920" tIns="121920" rIns="121920" bIns="12192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sz="2667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Multiplication Method &amp; Examples:</a:t>
            </a:r>
          </a:p>
          <a:p>
            <a:pPr algn="ctr">
              <a:lnSpc>
                <a:spcPct val="110000"/>
              </a:lnSpc>
            </a:pPr>
            <a:endParaRPr lang="en-US" sz="2667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sz="2667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662A17A-1ACF-5798-85E5-DC9D6712B66E}"/>
              </a:ext>
            </a:extLst>
          </p:cNvPr>
          <p:cNvGrpSpPr/>
          <p:nvPr/>
        </p:nvGrpSpPr>
        <p:grpSpPr>
          <a:xfrm>
            <a:off x="11057018" y="13491201"/>
            <a:ext cx="8990939" cy="4706499"/>
            <a:chOff x="9041671" y="10053754"/>
            <a:chExt cx="6743204" cy="3529874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0505D91-E574-2F7B-3E0E-5977FACE2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10155" y="10053754"/>
              <a:ext cx="3474720" cy="3529874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B4D42461-26BA-4A57-EF64-9D88FA5AC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41671" y="10053754"/>
              <a:ext cx="3106591" cy="1260016"/>
            </a:xfrm>
            <a:prstGeom prst="rect">
              <a:avLst/>
            </a:prstGeom>
          </p:spPr>
        </p:pic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63CAA6CC-D0DE-C436-EBF6-FC42E116B9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5522" y="21652660"/>
            <a:ext cx="5626932" cy="1018449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84FEF396-7E2A-B792-EA42-EECA63C1FEF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7006" y="22575216"/>
            <a:ext cx="7603964" cy="1066409"/>
          </a:xfrm>
          <a:prstGeom prst="rect">
            <a:avLst/>
          </a:prstGeom>
        </p:spPr>
      </p:pic>
      <p:grpSp>
        <p:nvGrpSpPr>
          <p:cNvPr id="2083" name="Group 2082">
            <a:extLst>
              <a:ext uri="{FF2B5EF4-FFF2-40B4-BE49-F238E27FC236}">
                <a16:creationId xmlns:a16="http://schemas.microsoft.com/office/drawing/2014/main" id="{20B311A5-4590-516A-106A-6995952A69E4}"/>
              </a:ext>
            </a:extLst>
          </p:cNvPr>
          <p:cNvGrpSpPr/>
          <p:nvPr/>
        </p:nvGrpSpPr>
        <p:grpSpPr>
          <a:xfrm>
            <a:off x="11756072" y="22586102"/>
            <a:ext cx="7592833" cy="8501873"/>
            <a:chOff x="18855822" y="6246418"/>
            <a:chExt cx="4826844" cy="5854408"/>
          </a:xfrm>
        </p:grpSpPr>
        <p:pic>
          <p:nvPicPr>
            <p:cNvPr id="2062" name="Picture 2061">
              <a:extLst>
                <a:ext uri="{FF2B5EF4-FFF2-40B4-BE49-F238E27FC236}">
                  <a16:creationId xmlns:a16="http://schemas.microsoft.com/office/drawing/2014/main" id="{BF5F4C9B-2239-9822-9A6C-E99DDF205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855822" y="6246418"/>
              <a:ext cx="4826844" cy="5854408"/>
            </a:xfrm>
            <a:prstGeom prst="rect">
              <a:avLst/>
            </a:prstGeom>
          </p:spPr>
        </p:pic>
        <p:sp>
          <p:nvSpPr>
            <p:cNvPr id="2070" name="Rectangle 2069">
              <a:extLst>
                <a:ext uri="{FF2B5EF4-FFF2-40B4-BE49-F238E27FC236}">
                  <a16:creationId xmlns:a16="http://schemas.microsoft.com/office/drawing/2014/main" id="{802EF8DC-6092-B623-E1EE-607D0C68A7EC}"/>
                </a:ext>
              </a:extLst>
            </p:cNvPr>
            <p:cNvSpPr/>
            <p:nvPr/>
          </p:nvSpPr>
          <p:spPr bwMode="auto">
            <a:xfrm>
              <a:off x="21869400" y="10055912"/>
              <a:ext cx="347472" cy="612088"/>
            </a:xfrm>
            <a:prstGeom prst="rect">
              <a:avLst/>
            </a:prstGeom>
            <a:solidFill>
              <a:srgbClr val="FFFF00">
                <a:alpha val="2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vert="horz" wrap="square" lIns="121920" tIns="60960" rIns="121920" bIns="60960" numCol="1" rtlCol="0" anchor="t" anchorCtr="0" compatLnSpc="1">
              <a:prstTxWarp prst="textNoShape">
                <a:avLst/>
              </a:prstTxWarp>
            </a:bodyPr>
            <a:lstStyle/>
            <a:p>
              <a:pPr defTabSz="6271527"/>
              <a:endParaRPr lang="en-US" sz="4000" dirty="0">
                <a:solidFill>
                  <a:schemeClr val="tx1"/>
                </a:solidFill>
                <a:latin typeface="Arial" pitchFamily="34" charset="0"/>
              </a:endParaRPr>
            </a:p>
          </p:txBody>
        </p:sp>
        <p:sp>
          <p:nvSpPr>
            <p:cNvPr id="2071" name="Rectangle 2070">
              <a:extLst>
                <a:ext uri="{FF2B5EF4-FFF2-40B4-BE49-F238E27FC236}">
                  <a16:creationId xmlns:a16="http://schemas.microsoft.com/office/drawing/2014/main" id="{0F70B369-5F38-42F3-411C-39D387CC0404}"/>
                </a:ext>
              </a:extLst>
            </p:cNvPr>
            <p:cNvSpPr/>
            <p:nvPr/>
          </p:nvSpPr>
          <p:spPr bwMode="auto">
            <a:xfrm>
              <a:off x="22936200" y="8697204"/>
              <a:ext cx="304800" cy="612088"/>
            </a:xfrm>
            <a:prstGeom prst="rect">
              <a:avLst/>
            </a:prstGeom>
            <a:solidFill>
              <a:srgbClr val="FFFF00">
                <a:alpha val="2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vert="horz" wrap="square" lIns="121920" tIns="60960" rIns="121920" bIns="60960" numCol="1" rtlCol="0" anchor="t" anchorCtr="0" compatLnSpc="1">
              <a:prstTxWarp prst="textNoShape">
                <a:avLst/>
              </a:prstTxWarp>
            </a:bodyPr>
            <a:lstStyle/>
            <a:p>
              <a:pPr defTabSz="6271527"/>
              <a:endParaRPr lang="en-US" sz="4000" dirty="0">
                <a:solidFill>
                  <a:schemeClr val="tx1"/>
                </a:solidFill>
                <a:latin typeface="Arial" pitchFamily="34" charset="0"/>
              </a:endParaRPr>
            </a:p>
          </p:txBody>
        </p:sp>
      </p:grpSp>
      <p:grpSp>
        <p:nvGrpSpPr>
          <p:cNvPr id="2086" name="Group 2085">
            <a:extLst>
              <a:ext uri="{FF2B5EF4-FFF2-40B4-BE49-F238E27FC236}">
                <a16:creationId xmlns:a16="http://schemas.microsoft.com/office/drawing/2014/main" id="{4D15E42D-42C3-7C11-C0A0-678837C4FF80}"/>
              </a:ext>
            </a:extLst>
          </p:cNvPr>
          <p:cNvGrpSpPr/>
          <p:nvPr/>
        </p:nvGrpSpPr>
        <p:grpSpPr>
          <a:xfrm>
            <a:off x="20907333" y="11282180"/>
            <a:ext cx="10698480" cy="11795760"/>
            <a:chOff x="15727386" y="12247837"/>
            <a:chExt cx="7955280" cy="8659481"/>
          </a:xfrm>
        </p:grpSpPr>
        <p:pic>
          <p:nvPicPr>
            <p:cNvPr id="2064" name="Picture 2063">
              <a:extLst>
                <a:ext uri="{FF2B5EF4-FFF2-40B4-BE49-F238E27FC236}">
                  <a16:creationId xmlns:a16="http://schemas.microsoft.com/office/drawing/2014/main" id="{46463C44-30E2-4529-CA50-2F6100785FA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727386" y="12247837"/>
              <a:ext cx="7955280" cy="8659481"/>
            </a:xfrm>
            <a:prstGeom prst="rect">
              <a:avLst/>
            </a:prstGeom>
          </p:spPr>
        </p:pic>
        <p:sp>
          <p:nvSpPr>
            <p:cNvPr id="2072" name="Rectangle 2071">
              <a:extLst>
                <a:ext uri="{FF2B5EF4-FFF2-40B4-BE49-F238E27FC236}">
                  <a16:creationId xmlns:a16="http://schemas.microsoft.com/office/drawing/2014/main" id="{66CDF32E-461A-8C63-F7D9-A04FE76A45DB}"/>
                </a:ext>
              </a:extLst>
            </p:cNvPr>
            <p:cNvSpPr/>
            <p:nvPr/>
          </p:nvSpPr>
          <p:spPr bwMode="auto">
            <a:xfrm>
              <a:off x="22097999" y="15392400"/>
              <a:ext cx="329565" cy="457291"/>
            </a:xfrm>
            <a:prstGeom prst="rect">
              <a:avLst/>
            </a:prstGeom>
            <a:solidFill>
              <a:srgbClr val="FFFF00">
                <a:alpha val="2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vert="horz" wrap="square" lIns="121920" tIns="60960" rIns="121920" bIns="60960" numCol="1" rtlCol="0" anchor="t" anchorCtr="0" compatLnSpc="1">
              <a:prstTxWarp prst="textNoShape">
                <a:avLst/>
              </a:prstTxWarp>
            </a:bodyPr>
            <a:lstStyle/>
            <a:p>
              <a:pPr defTabSz="6271527"/>
              <a:endParaRPr lang="en-US" sz="4000" dirty="0">
                <a:solidFill>
                  <a:schemeClr val="tx1"/>
                </a:solidFill>
                <a:latin typeface="Arial" pitchFamily="34" charset="0"/>
              </a:endParaRPr>
            </a:p>
          </p:txBody>
        </p:sp>
        <p:sp>
          <p:nvSpPr>
            <p:cNvPr id="2073" name="Rectangle 2072">
              <a:extLst>
                <a:ext uri="{FF2B5EF4-FFF2-40B4-BE49-F238E27FC236}">
                  <a16:creationId xmlns:a16="http://schemas.microsoft.com/office/drawing/2014/main" id="{A2155AFA-1819-7C94-FB00-3E49DD2B589F}"/>
                </a:ext>
              </a:extLst>
            </p:cNvPr>
            <p:cNvSpPr/>
            <p:nvPr/>
          </p:nvSpPr>
          <p:spPr bwMode="auto">
            <a:xfrm>
              <a:off x="20269200" y="17602592"/>
              <a:ext cx="329565" cy="457291"/>
            </a:xfrm>
            <a:prstGeom prst="rect">
              <a:avLst/>
            </a:prstGeom>
            <a:solidFill>
              <a:srgbClr val="FFFF00">
                <a:alpha val="2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vert="horz" wrap="square" lIns="121920" tIns="60960" rIns="121920" bIns="60960" numCol="1" rtlCol="0" anchor="t" anchorCtr="0" compatLnSpc="1">
              <a:prstTxWarp prst="textNoShape">
                <a:avLst/>
              </a:prstTxWarp>
            </a:bodyPr>
            <a:lstStyle/>
            <a:p>
              <a:pPr defTabSz="6271527"/>
              <a:endParaRPr lang="en-US" sz="4000" dirty="0">
                <a:solidFill>
                  <a:schemeClr val="tx1"/>
                </a:solidFill>
                <a:latin typeface="Arial" pitchFamily="34" charset="0"/>
              </a:endParaRP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79EC4A9-0F88-D131-2562-DD8B20A3EC14}"/>
              </a:ext>
            </a:extLst>
          </p:cNvPr>
          <p:cNvGrpSpPr/>
          <p:nvPr/>
        </p:nvGrpSpPr>
        <p:grpSpPr>
          <a:xfrm>
            <a:off x="11050770" y="10358040"/>
            <a:ext cx="9003437" cy="2626664"/>
            <a:chOff x="9041671" y="8083756"/>
            <a:chExt cx="6752578" cy="1969998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D8BDAF07-ACDC-E0CA-44A3-4C00FD7E8A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41671" y="8083756"/>
              <a:ext cx="3108960" cy="1331023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DC67D21-CBB5-CCA9-5E11-141C04BAB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19529" y="8083756"/>
              <a:ext cx="3474720" cy="1969998"/>
            </a:xfrm>
            <a:prstGeom prst="rect">
              <a:avLst/>
            </a:prstGeom>
          </p:spPr>
        </p:pic>
      </p:grpSp>
      <p:grpSp>
        <p:nvGrpSpPr>
          <p:cNvPr id="2092" name="Group 2091">
            <a:extLst>
              <a:ext uri="{FF2B5EF4-FFF2-40B4-BE49-F238E27FC236}">
                <a16:creationId xmlns:a16="http://schemas.microsoft.com/office/drawing/2014/main" id="{605ACE87-2E3A-5AE6-0737-7CE194976F42}"/>
              </a:ext>
            </a:extLst>
          </p:cNvPr>
          <p:cNvGrpSpPr/>
          <p:nvPr/>
        </p:nvGrpSpPr>
        <p:grpSpPr>
          <a:xfrm>
            <a:off x="32300328" y="9221215"/>
            <a:ext cx="10728960" cy="9813180"/>
            <a:chOff x="24225247" y="6089568"/>
            <a:chExt cx="8046720" cy="7359885"/>
          </a:xfrm>
        </p:grpSpPr>
        <p:pic>
          <p:nvPicPr>
            <p:cNvPr id="2075" name="Picture 2074">
              <a:extLst>
                <a:ext uri="{FF2B5EF4-FFF2-40B4-BE49-F238E27FC236}">
                  <a16:creationId xmlns:a16="http://schemas.microsoft.com/office/drawing/2014/main" id="{C5D4D0C3-58D1-AB9A-6BDE-B630A176CE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25247" y="6089568"/>
              <a:ext cx="4470400" cy="558800"/>
            </a:xfrm>
            <a:prstGeom prst="rect">
              <a:avLst/>
            </a:prstGeom>
          </p:spPr>
        </p:pic>
        <p:grpSp>
          <p:nvGrpSpPr>
            <p:cNvPr id="2087" name="Group 2086">
              <a:extLst>
                <a:ext uri="{FF2B5EF4-FFF2-40B4-BE49-F238E27FC236}">
                  <a16:creationId xmlns:a16="http://schemas.microsoft.com/office/drawing/2014/main" id="{5BB7E07A-4747-EB70-F4D1-A18E9C18EA6D}"/>
                </a:ext>
              </a:extLst>
            </p:cNvPr>
            <p:cNvGrpSpPr/>
            <p:nvPr/>
          </p:nvGrpSpPr>
          <p:grpSpPr>
            <a:xfrm>
              <a:off x="24225247" y="6764973"/>
              <a:ext cx="8046720" cy="6684480"/>
              <a:chOff x="24225247" y="7466166"/>
              <a:chExt cx="8046720" cy="6684480"/>
            </a:xfrm>
          </p:grpSpPr>
          <p:pic>
            <p:nvPicPr>
              <p:cNvPr id="2068" name="Picture 2067">
                <a:extLst>
                  <a:ext uri="{FF2B5EF4-FFF2-40B4-BE49-F238E27FC236}">
                    <a16:creationId xmlns:a16="http://schemas.microsoft.com/office/drawing/2014/main" id="{380658F9-D5CE-234F-5048-2E98CCB506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225247" y="7466166"/>
                <a:ext cx="8046720" cy="6684480"/>
              </a:xfrm>
              <a:prstGeom prst="rect">
                <a:avLst/>
              </a:prstGeom>
            </p:spPr>
          </p:pic>
          <p:sp>
            <p:nvSpPr>
              <p:cNvPr id="2076" name="Rectangle 2075">
                <a:extLst>
                  <a:ext uri="{FF2B5EF4-FFF2-40B4-BE49-F238E27FC236}">
                    <a16:creationId xmlns:a16="http://schemas.microsoft.com/office/drawing/2014/main" id="{8ED9E8FD-7BA9-8CBE-85CF-EF8ABBFD94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596203" y="9879541"/>
                <a:ext cx="548640" cy="548640"/>
              </a:xfrm>
              <a:prstGeom prst="rect">
                <a:avLst/>
              </a:prstGeom>
              <a:solidFill>
                <a:srgbClr val="FFFF00">
                  <a:alpha val="29804"/>
                </a:srgb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vert="horz" wrap="square" lIns="121920" tIns="60960" rIns="121920" bIns="60960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6271527"/>
                <a:endParaRPr lang="en-US" sz="4000" dirty="0">
                  <a:solidFill>
                    <a:schemeClr val="tx1"/>
                  </a:solidFill>
                  <a:latin typeface="Arial" pitchFamily="34" charset="0"/>
                </a:endParaRPr>
              </a:p>
            </p:txBody>
          </p:sp>
          <p:sp>
            <p:nvSpPr>
              <p:cNvPr id="2077" name="Rectangle 2076">
                <a:extLst>
                  <a:ext uri="{FF2B5EF4-FFF2-40B4-BE49-F238E27FC236}">
                    <a16:creationId xmlns:a16="http://schemas.microsoft.com/office/drawing/2014/main" id="{23D8E5B5-6A71-1DFE-1252-95B2AC80B35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864560" y="10431236"/>
                <a:ext cx="530352" cy="521795"/>
              </a:xfrm>
              <a:prstGeom prst="rect">
                <a:avLst/>
              </a:prstGeom>
              <a:solidFill>
                <a:srgbClr val="FFFF00">
                  <a:alpha val="29804"/>
                </a:srgb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vert="horz" wrap="square" lIns="121920" tIns="60960" rIns="121920" bIns="60960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6271527"/>
                <a:endParaRPr lang="en-US" sz="4000" dirty="0">
                  <a:solidFill>
                    <a:schemeClr val="tx1"/>
                  </a:solidFill>
                  <a:latin typeface="Arial" pitchFamily="34" charset="0"/>
                </a:endParaRPr>
              </a:p>
            </p:txBody>
          </p:sp>
        </p:grpSp>
      </p:grpSp>
      <p:sp>
        <p:nvSpPr>
          <p:cNvPr id="2078" name="TextBox 2077">
            <a:extLst>
              <a:ext uri="{FF2B5EF4-FFF2-40B4-BE49-F238E27FC236}">
                <a16:creationId xmlns:a16="http://schemas.microsoft.com/office/drawing/2014/main" id="{15D69131-D8A2-0086-AF8B-A015B29CC71D}"/>
              </a:ext>
            </a:extLst>
          </p:cNvPr>
          <p:cNvSpPr txBox="1"/>
          <p:nvPr/>
        </p:nvSpPr>
        <p:spPr>
          <a:xfrm>
            <a:off x="908490" y="30206837"/>
            <a:ext cx="9243605" cy="913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I-Cats are already aligned with matching repeating lengths, so no further adjustment is needed.</a:t>
            </a:r>
          </a:p>
        </p:txBody>
      </p:sp>
      <p:sp>
        <p:nvSpPr>
          <p:cNvPr id="2079" name="TextBox 2078">
            <a:extLst>
              <a:ext uri="{FF2B5EF4-FFF2-40B4-BE49-F238E27FC236}">
                <a16:creationId xmlns:a16="http://schemas.microsoft.com/office/drawing/2014/main" id="{261E3652-19D5-5893-7D51-CBC07C82AFA1}"/>
              </a:ext>
            </a:extLst>
          </p:cNvPr>
          <p:cNvSpPr txBox="1"/>
          <p:nvPr/>
        </p:nvSpPr>
        <p:spPr>
          <a:xfrm>
            <a:off x="10986306" y="8666269"/>
            <a:ext cx="9132364" cy="1323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 algn="just"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Each number is expressed in I-Cat form.</a:t>
            </a:r>
          </a:p>
          <a:p>
            <a:pPr marL="457189" indent="-457189" algn="just"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Repeating units are expanded for alignment.</a:t>
            </a:r>
          </a:p>
          <a:p>
            <a:pPr marL="457189" indent="-457189" algn="just"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addition is then performed directly.</a:t>
            </a:r>
          </a:p>
        </p:txBody>
      </p:sp>
      <p:sp>
        <p:nvSpPr>
          <p:cNvPr id="2080" name="TextBox 2079">
            <a:extLst>
              <a:ext uri="{FF2B5EF4-FFF2-40B4-BE49-F238E27FC236}">
                <a16:creationId xmlns:a16="http://schemas.microsoft.com/office/drawing/2014/main" id="{926C1E13-81C7-7ECE-8D87-98243E6AB21B}"/>
              </a:ext>
            </a:extLst>
          </p:cNvPr>
          <p:cNvSpPr txBox="1"/>
          <p:nvPr/>
        </p:nvSpPr>
        <p:spPr>
          <a:xfrm>
            <a:off x="10825475" y="15396145"/>
            <a:ext cx="4500695" cy="33757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 expansion required in this case.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Intermediate sums show how carries move across units.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result is recompressed into I-Cat form.</a:t>
            </a:r>
          </a:p>
        </p:txBody>
      </p:sp>
      <p:sp>
        <p:nvSpPr>
          <p:cNvPr id="2082" name="TextBox 2081">
            <a:extLst>
              <a:ext uri="{FF2B5EF4-FFF2-40B4-BE49-F238E27FC236}">
                <a16:creationId xmlns:a16="http://schemas.microsoft.com/office/drawing/2014/main" id="{0F1CC04B-FE74-9171-EA57-C913BDA548EF}"/>
              </a:ext>
            </a:extLst>
          </p:cNvPr>
          <p:cNvSpPr txBox="1"/>
          <p:nvPr/>
        </p:nvSpPr>
        <p:spPr>
          <a:xfrm>
            <a:off x="10825475" y="20388859"/>
            <a:ext cx="8318601" cy="2144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Multiply using the </a:t>
            </a:r>
            <a:r>
              <a:rPr lang="en-US" sz="2667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 = M/C method</a:t>
            </a: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  <a:p>
            <a:pPr marL="892554" lvl="1" indent="-457189">
              <a:buFont typeface="Arial" panose="020B0604020202020204" pitchFamily="34" charset="0"/>
              <a:buChar char="•"/>
            </a:pPr>
            <a:r>
              <a:rPr lang="en-US" sz="2667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</a:t>
            </a: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number of integers in the multiplier.</a:t>
            </a:r>
          </a:p>
          <a:p>
            <a:pPr marL="892554" lvl="1" indent="-457189">
              <a:buFont typeface="Arial" panose="020B0604020202020204" pitchFamily="34" charset="0"/>
              <a:buChar char="•"/>
            </a:pPr>
            <a:r>
              <a:rPr lang="en-US" sz="2667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</a:t>
            </a: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number of integers in the I-Cat.</a:t>
            </a:r>
          </a:p>
          <a:p>
            <a:pPr marL="892554" lvl="1" indent="-457189">
              <a:buFont typeface="Arial" panose="020B0604020202020204" pitchFamily="34" charset="0"/>
              <a:buChar char="•"/>
            </a:pPr>
            <a:r>
              <a:rPr lang="en-US" sz="2667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</a:t>
            </a: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number of times to unpack the I-Cat.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Carries are propagated across from left to right.</a:t>
            </a:r>
          </a:p>
        </p:txBody>
      </p:sp>
      <p:grpSp>
        <p:nvGrpSpPr>
          <p:cNvPr id="2093" name="Group 2092">
            <a:extLst>
              <a:ext uri="{FF2B5EF4-FFF2-40B4-BE49-F238E27FC236}">
                <a16:creationId xmlns:a16="http://schemas.microsoft.com/office/drawing/2014/main" id="{71C00DDF-1667-EAE1-F73A-03D2DE6331FE}"/>
              </a:ext>
            </a:extLst>
          </p:cNvPr>
          <p:cNvGrpSpPr/>
          <p:nvPr/>
        </p:nvGrpSpPr>
        <p:grpSpPr>
          <a:xfrm>
            <a:off x="0" y="0"/>
            <a:ext cx="43891200" cy="6000123"/>
            <a:chOff x="0" y="1828800"/>
            <a:chExt cx="43891200" cy="6000123"/>
          </a:xfrm>
        </p:grpSpPr>
        <p:sp>
          <p:nvSpPr>
            <p:cNvPr id="2050" name="Rectangle 6"/>
            <p:cNvSpPr>
              <a:spLocks noChangeArrowheads="1"/>
            </p:cNvSpPr>
            <p:nvPr/>
          </p:nvSpPr>
          <p:spPr bwMode="auto">
            <a:xfrm>
              <a:off x="0" y="1828800"/>
              <a:ext cx="43891200" cy="5754741"/>
            </a:xfrm>
            <a:prstGeom prst="rect">
              <a:avLst/>
            </a:prstGeom>
            <a:solidFill>
              <a:srgbClr val="1482A5"/>
            </a:solidFill>
            <a:ln w="9525">
              <a:noFill/>
              <a:miter lim="800000"/>
            </a:ln>
            <a:effectLst/>
          </p:spPr>
          <p:txBody>
            <a:bodyPr lIns="121920" tIns="60960" rIns="121920" bIns="60960" anchor="ctr"/>
            <a:lstStyle>
              <a:defPPr>
                <a:defRPr kern="1200"/>
              </a:defPPr>
            </a:lstStyle>
            <a:p>
              <a:pPr algn="ctr" defTabSz="4181227"/>
              <a:endParaRPr lang="en-US" sz="4267">
                <a:solidFill>
                  <a:schemeClr val="bg1"/>
                </a:solidFill>
              </a:endParaRPr>
            </a:p>
          </p:txBody>
        </p:sp>
        <p:sp>
          <p:nvSpPr>
            <p:cNvPr id="16" name="Text Placeholder 5">
              <a:extLst>
                <a:ext uri="{FF2B5EF4-FFF2-40B4-BE49-F238E27FC236}">
                  <a16:creationId xmlns:a16="http://schemas.microsoft.com/office/drawing/2014/main" id="{D3B51F6E-41A5-4D7C-9B15-CDBAC096BAD1}"/>
                </a:ext>
              </a:extLst>
            </p:cNvPr>
            <p:cNvSpPr txBox="1"/>
            <p:nvPr/>
          </p:nvSpPr>
          <p:spPr>
            <a:xfrm>
              <a:off x="5689600" y="2453380"/>
              <a:ext cx="32512000" cy="2611057"/>
            </a:xfrm>
            <a:prstGeom prst="rect">
              <a:avLst/>
            </a:prstGeom>
          </p:spPr>
          <p:txBody>
            <a:bodyPr lIns="0" tIns="0" rIns="0" bIns="0">
              <a:noAutofit/>
            </a:bodyPr>
            <a:lstStyle>
              <a:defPPr>
                <a:defRPr kern="1200"/>
              </a:defPPr>
              <a:lvl1pPr marL="0" marR="0" indent="0" algn="l" defTabSz="3783013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ct val="0"/>
                </a:spcAft>
                <a:buClrTx/>
                <a:buSzTx/>
                <a:buFontTx/>
                <a:buNone/>
                <a:defRPr sz="6000" kern="1200" baseline="0">
                  <a:solidFill>
                    <a:schemeClr val="tx2"/>
                  </a:solidFill>
                  <a:latin typeface="Franklin Gothic Heavy" pitchFamily="34" charset="0"/>
                  <a:ea typeface="+mn-ea"/>
                  <a:cs typeface="+mn-cs"/>
                </a:defRPr>
              </a:lvl1pPr>
              <a:lvl2pPr marL="1880543" indent="0" algn="l" defTabSz="3761086" rtl="0" eaLnBrk="1" latinLnBrk="0" hangingPunct="1">
                <a:spcBef>
                  <a:spcPct val="20000"/>
                </a:spcBef>
                <a:buFontTx/>
                <a:buNone/>
                <a:defRPr sz="1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3761086" indent="0" algn="l" defTabSz="3761086" rtl="0" eaLnBrk="1" latinLnBrk="0" hangingPunct="1">
                <a:spcBef>
                  <a:spcPct val="20000"/>
                </a:spcBef>
                <a:buFontTx/>
                <a:buNone/>
                <a:defRPr sz="9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5641629" indent="0" algn="l" defTabSz="3761086" rtl="0" eaLnBrk="1" latinLnBrk="0" hangingPunct="1">
                <a:spcBef>
                  <a:spcPct val="20000"/>
                </a:spcBef>
                <a:buFontTx/>
                <a:buNone/>
                <a:defRPr sz="8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7522172" indent="0" algn="l" defTabSz="3761086" rtl="0" eaLnBrk="1" latinLnBrk="0" hangingPunct="1">
                <a:spcBef>
                  <a:spcPct val="20000"/>
                </a:spcBef>
                <a:buFontTx/>
                <a:buNone/>
                <a:defRPr sz="8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342988" indent="-940272" algn="l" defTabSz="3761086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8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223531" indent="-940272" algn="l" defTabSz="3761086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8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4104074" indent="-940272" algn="l" defTabSz="3761086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8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5984617" indent="-940272" algn="l" defTabSz="3761086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8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3343271">
                <a:spcBef>
                  <a:spcPct val="20000"/>
                </a:spcBef>
                <a:defRPr/>
              </a:pPr>
              <a:r>
                <a:rPr lang="en-US" sz="88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Indexed Concatenation (I-Cat): A Method for Representing and Operating on Repeating Numbers</a:t>
              </a:r>
            </a:p>
          </p:txBody>
        </p:sp>
        <p:sp>
          <p:nvSpPr>
            <p:cNvPr id="17" name="Text Placeholder 5">
              <a:extLst>
                <a:ext uri="{FF2B5EF4-FFF2-40B4-BE49-F238E27FC236}">
                  <a16:creationId xmlns:a16="http://schemas.microsoft.com/office/drawing/2014/main" id="{0A363635-BCEE-4B55-ADB3-58433C0697E0}"/>
                </a:ext>
              </a:extLst>
            </p:cNvPr>
            <p:cNvSpPr txBox="1"/>
            <p:nvPr/>
          </p:nvSpPr>
          <p:spPr>
            <a:xfrm>
              <a:off x="5689600" y="5517736"/>
              <a:ext cx="32512000" cy="1707070"/>
            </a:xfrm>
            <a:prstGeom prst="rect">
              <a:avLst/>
            </a:prstGeom>
          </p:spPr>
          <p:txBody>
            <a:bodyPr lIns="0" tIns="0" rIns="0" bIns="0">
              <a:spAutoFit/>
            </a:bodyPr>
            <a:lstStyle>
              <a:defPPr>
                <a:defRPr kern="1200"/>
              </a:defPPr>
              <a:lvl1pPr marL="0" marR="0" indent="0" algn="l" defTabSz="3761086" rtl="0" eaLnBrk="1" fontAlgn="auto" latinLnBrk="0" hangingPunct="1">
                <a:lnSpc>
                  <a:spcPct val="100000"/>
                </a:lnSpc>
                <a:spcBef>
                  <a:spcPct val="20000"/>
                </a:spcBef>
                <a:spcAft>
                  <a:spcPct val="0"/>
                </a:spcAft>
                <a:buClrTx/>
                <a:buSzTx/>
                <a:buFont typeface="Arial" pitchFamily="34" charset="0"/>
                <a:buNone/>
                <a:defRPr sz="6000" kern="1200" baseline="0">
                  <a:solidFill>
                    <a:schemeClr val="tx2"/>
                  </a:solidFill>
                  <a:latin typeface="Franklin Gothic Heavy" pitchFamily="34" charset="0"/>
                  <a:ea typeface="+mn-ea"/>
                  <a:cs typeface="+mn-cs"/>
                </a:defRPr>
              </a:lvl1pPr>
              <a:lvl2pPr marL="1880543" indent="0" algn="l" defTabSz="3761086" rtl="0" eaLnBrk="1" latinLnBrk="0" hangingPunct="1">
                <a:spcBef>
                  <a:spcPct val="20000"/>
                </a:spcBef>
                <a:buFontTx/>
                <a:buNone/>
                <a:defRPr sz="1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3761086" indent="0" algn="l" defTabSz="3761086" rtl="0" eaLnBrk="1" latinLnBrk="0" hangingPunct="1">
                <a:spcBef>
                  <a:spcPct val="20000"/>
                </a:spcBef>
                <a:buFontTx/>
                <a:buNone/>
                <a:defRPr sz="9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5641629" indent="0" algn="l" defTabSz="3761086" rtl="0" eaLnBrk="1" latinLnBrk="0" hangingPunct="1">
                <a:spcBef>
                  <a:spcPct val="20000"/>
                </a:spcBef>
                <a:buFontTx/>
                <a:buNone/>
                <a:defRPr sz="8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7522172" indent="0" algn="l" defTabSz="3761086" rtl="0" eaLnBrk="1" latinLnBrk="0" hangingPunct="1">
                <a:spcBef>
                  <a:spcPct val="20000"/>
                </a:spcBef>
                <a:buFontTx/>
                <a:buNone/>
                <a:defRPr sz="8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342988" indent="-940272" algn="l" defTabSz="3761086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8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223531" indent="-940272" algn="l" defTabSz="3761086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8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4104074" indent="-940272" algn="l" defTabSz="3761086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8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5984617" indent="-940272" algn="l" defTabSz="3761086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8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r>
                <a:rPr lang="en-US" sz="5333" dirty="0">
                  <a:solidFill>
                    <a:schemeClr val="bg1"/>
                  </a:solidFill>
                  <a:latin typeface="Arial" panose="020B0604020202020204" pitchFamily="34" charset="0"/>
                  <a:ea typeface="Open Sans" panose="020B0606030504020204" pitchFamily="34" charset="0"/>
                  <a:cs typeface="Arial" panose="020B0604020202020204" pitchFamily="34" charset="0"/>
                </a:rPr>
                <a:t>Abigail Touma, Isaac Wolford, and Kenneth Caviness</a:t>
              </a:r>
            </a:p>
            <a:p>
              <a:pPr algn="ctr">
                <a:defRPr/>
              </a:pPr>
              <a:r>
                <a:rPr lang="en-US" sz="4800" dirty="0">
                  <a:solidFill>
                    <a:schemeClr val="bg1"/>
                  </a:solidFill>
                  <a:latin typeface="Arial" panose="020B0604020202020204" pitchFamily="34" charset="0"/>
                  <a:ea typeface="Open Sans" panose="020B0606030504020204" pitchFamily="34" charset="0"/>
                  <a:cs typeface="Arial" panose="020B0604020202020204" pitchFamily="34" charset="0"/>
                </a:rPr>
                <a:t>School of Engineering and Physics, Department of Mathematics</a:t>
              </a:r>
            </a:p>
          </p:txBody>
        </p:sp>
        <p:pic>
          <p:nvPicPr>
            <p:cNvPr id="2" name="Picture 2" descr="Southern Adventist University | Choose Chattanooga®">
              <a:extLst>
                <a:ext uri="{FF2B5EF4-FFF2-40B4-BE49-F238E27FC236}">
                  <a16:creationId xmlns:a16="http://schemas.microsoft.com/office/drawing/2014/main" id="{3994A800-1F1F-B490-6674-C4B7A87127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4471" y="1962971"/>
              <a:ext cx="5486400" cy="548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85" name="Picture 2084">
              <a:extLst>
                <a:ext uri="{FF2B5EF4-FFF2-40B4-BE49-F238E27FC236}">
                  <a16:creationId xmlns:a16="http://schemas.microsoft.com/office/drawing/2014/main" id="{6ADA64CF-045D-4115-12E8-3E0F0A06F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7832987" y="2305703"/>
              <a:ext cx="5486399" cy="5523220"/>
            </a:xfrm>
            <a:prstGeom prst="rect">
              <a:avLst/>
            </a:prstGeom>
          </p:spPr>
        </p:pic>
      </p:grpSp>
      <p:sp>
        <p:nvSpPr>
          <p:cNvPr id="2089" name="TextBox 2088">
            <a:extLst>
              <a:ext uri="{FF2B5EF4-FFF2-40B4-BE49-F238E27FC236}">
                <a16:creationId xmlns:a16="http://schemas.microsoft.com/office/drawing/2014/main" id="{AF488AE2-D604-6E17-3C12-3E19144FC9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700191" y="24072752"/>
            <a:ext cx="11143488" cy="112748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121920" tIns="121920" rIns="121920" bIns="12192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sz="2667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x I-Cat Method:</a:t>
            </a: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sz="2667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90" name="TextBox 2089">
            <a:extLst>
              <a:ext uri="{FF2B5EF4-FFF2-40B4-BE49-F238E27FC236}">
                <a16:creationId xmlns:a16="http://schemas.microsoft.com/office/drawing/2014/main" id="{66E10282-E151-17F4-2120-FD7F38B8D9FE}"/>
              </a:ext>
            </a:extLst>
          </p:cNvPr>
          <p:cNvSpPr txBox="1"/>
          <p:nvPr/>
        </p:nvSpPr>
        <p:spPr>
          <a:xfrm>
            <a:off x="21234400" y="9703839"/>
            <a:ext cx="8669019" cy="5027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>
              <a:buFont typeface="Arial" panose="020B0604020202020204" pitchFamily="34" charset="0"/>
              <a:buChar char="•"/>
            </a:pPr>
            <a:r>
              <a:rPr lang="en-US" sz="2667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Multiplication is performed on each individual cell.</a:t>
            </a: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intuitivecerulean|08-2022"/>
</p:tagLst>
</file>

<file path=ppt/theme/theme1.xml><?xml version="1.0" encoding="utf-8"?>
<a:theme xmlns:a="http://schemas.openxmlformats.org/drawingml/2006/main" name="Default Desig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8694</TotalTime>
  <Words>400</Words>
  <Application>Microsoft Macintosh PowerPoint</Application>
  <PresentationFormat>Custom</PresentationFormat>
  <Paragraphs>159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Cambria Math</vt:lpstr>
      <vt:lpstr>Open Sans</vt:lpstr>
      <vt:lpstr>Arial</vt:lpstr>
      <vt:lpstr>Default Design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of a scientific poster</dc:title>
  <dc:subject>Free Research Poster</dc:subject>
  <dc:creator>Graphicsland/MakeSigns.com</dc:creator>
  <cp:keywords>scientific, research, template, custom, poster, presentation, symposium, printing, PowerPoint, create, design, example, sample, download</cp:keywords>
  <dc:description>These templates are offered for free to help your create a poster ranging from nursing research posters to psychology research posters.</dc:description>
  <cp:lastModifiedBy>Abigail Touma</cp:lastModifiedBy>
  <cp:revision>159</cp:revision>
  <dcterms:modified xsi:type="dcterms:W3CDTF">2026-04-08T20:43:12Z</dcterms:modified>
  <cp:category>research posters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3188ad8-4875-42e6-925c-bd11f6824504_Enabled">
    <vt:lpwstr>true</vt:lpwstr>
  </property>
  <property fmtid="{D5CDD505-2E9C-101B-9397-08002B2CF9AE}" pid="3" name="MSIP_Label_33188ad8-4875-42e6-925c-bd11f6824504_SetDate">
    <vt:lpwstr>2026-04-02T21:32:13Z</vt:lpwstr>
  </property>
  <property fmtid="{D5CDD505-2E9C-101B-9397-08002B2CF9AE}" pid="4" name="MSIP_Label_33188ad8-4875-42e6-925c-bd11f6824504_Method">
    <vt:lpwstr>Standard</vt:lpwstr>
  </property>
  <property fmtid="{D5CDD505-2E9C-101B-9397-08002B2CF9AE}" pid="5" name="MSIP_Label_33188ad8-4875-42e6-925c-bd11f6824504_Name">
    <vt:lpwstr>defa4170-0d19-0005-0004-bc88714345d2</vt:lpwstr>
  </property>
  <property fmtid="{D5CDD505-2E9C-101B-9397-08002B2CF9AE}" pid="6" name="MSIP_Label_33188ad8-4875-42e6-925c-bd11f6824504_SiteId">
    <vt:lpwstr>8143a300-2c64-4dd4-bb14-bcd3f04c1963</vt:lpwstr>
  </property>
  <property fmtid="{D5CDD505-2E9C-101B-9397-08002B2CF9AE}" pid="7" name="MSIP_Label_33188ad8-4875-42e6-925c-bd11f6824504_ActionId">
    <vt:lpwstr>f89ed4e8-219b-4974-ac4d-06e9a29b6b19</vt:lpwstr>
  </property>
  <property fmtid="{D5CDD505-2E9C-101B-9397-08002B2CF9AE}" pid="8" name="MSIP_Label_33188ad8-4875-42e6-925c-bd11f6824504_ContentBits">
    <vt:lpwstr>0</vt:lpwstr>
  </property>
  <property fmtid="{D5CDD505-2E9C-101B-9397-08002B2CF9AE}" pid="9" name="MSIP_Label_33188ad8-4875-42e6-925c-bd11f6824504_Tag">
    <vt:lpwstr>50, 3, 0, 1</vt:lpwstr>
  </property>
</Properties>
</file>