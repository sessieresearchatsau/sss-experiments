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40" d="100"/>
          <a:sy n="40" d="100"/>
        </p:scale>
        <p:origin x="1992" y="168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Numbers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1327374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3219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5046515"/>
            <a:ext cx="7268693" cy="152041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422939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9105121"/>
            <a:ext cx="7268693" cy="8433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828800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5572470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operations with infinite decimals.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1725353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7" y="10908231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4090861"/>
            <a:ext cx="7268693" cy="287687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8" y="14553741"/>
            <a:ext cx="2908300" cy="596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6AEC37-019C-7034-D507-EEF10D28AD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8" y="15299196"/>
            <a:ext cx="33655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7205004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F8B1EC-1F19-1280-A6BD-79B40F2F1F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848" y="16044651"/>
            <a:ext cx="4203700" cy="660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98414B0-57E3-D877-E836-3BA345A694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949" y="17847520"/>
            <a:ext cx="3365500" cy="1930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2147" y="5570974"/>
            <a:ext cx="7268693" cy="93094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8588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8843" y="7385261"/>
            <a:ext cx="5575300" cy="6705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9071" y="5577171"/>
            <a:ext cx="7268693" cy="456964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68823" y="4755724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1466</TotalTime>
  <Words>266</Words>
  <Application>Microsoft Macintosh PowerPoint</Application>
  <PresentationFormat>Custom</PresentationFormat>
  <Paragraphs>80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63</cp:revision>
  <dcterms:modified xsi:type="dcterms:W3CDTF">2026-04-03T20:14:51Z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